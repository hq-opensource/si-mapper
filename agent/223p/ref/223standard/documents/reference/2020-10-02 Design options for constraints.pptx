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5" r:id="rId3"/>
    <p:sldId id="267" r:id="rId4"/>
    <p:sldId id="266" r:id="rId5"/>
    <p:sldId id="268" r:id="rId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en J. Jones" initials="AJJ" lastIdx="3" clrIdx="0">
    <p:extLst>
      <p:ext uri="{19B8F6BF-5375-455C-9EA6-DF929625EA0E}">
        <p15:presenceInfo xmlns:p15="http://schemas.microsoft.com/office/powerpoint/2012/main" userId="Allen J. Jon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93" autoAdjust="0"/>
    <p:restoredTop sz="95226" autoAdjust="0"/>
  </p:normalViewPr>
  <p:slideViewPr>
    <p:cSldViewPr>
      <p:cViewPr varScale="1">
        <p:scale>
          <a:sx n="210" d="100"/>
          <a:sy n="210" d="100"/>
        </p:scale>
        <p:origin x="180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9" d="100"/>
        <a:sy n="39" d="100"/>
      </p:scale>
      <p:origin x="0" y="-4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53EC2E-DFAA-4928-B94F-9BE02642FD1C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1D9E0BF-8E80-4D11-8BD3-F92F9765C4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3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9E0BF-8E80-4D11-8BD3-F92F9765C45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3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6AEF1FE-47DC-4EA1-B2CE-838FE9D05CCF}" type="datetimeFigureOut">
              <a:rPr lang="en-US" smtClean="0"/>
              <a:pPr/>
              <a:t>10/2/20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teve@steveray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1829761"/>
          </a:xfrm>
        </p:spPr>
        <p:txBody>
          <a:bodyPr/>
          <a:lstStyle/>
          <a:p>
            <a:r>
              <a:rPr lang="en-US" dirty="0" err="1"/>
              <a:t>DesignOptions</a:t>
            </a:r>
            <a:r>
              <a:rPr lang="en-US" dirty="0"/>
              <a:t> in Applying Constraints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7772400" cy="28194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Steve Ray</a:t>
            </a:r>
          </a:p>
          <a:p>
            <a:r>
              <a:rPr lang="en-US" dirty="0">
                <a:hlinkClick r:id="rId3"/>
              </a:rPr>
              <a:t>steve@steveray.com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October 2,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example design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7D87-56B4-5D46-8397-8187C6B5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797491"/>
          </a:xfrm>
        </p:spPr>
        <p:txBody>
          <a:bodyPr/>
          <a:lstStyle/>
          <a:p>
            <a:pPr lvl="1"/>
            <a:r>
              <a:rPr lang="en-US" dirty="0"/>
              <a:t>Parallel hierarchies</a:t>
            </a:r>
          </a:p>
          <a:p>
            <a:pPr lvl="2"/>
            <a:r>
              <a:rPr lang="en-US" dirty="0"/>
              <a:t>Hierarchy of “things” (devices, systems… - BRICK?)</a:t>
            </a:r>
          </a:p>
          <a:p>
            <a:pPr lvl="2"/>
            <a:r>
              <a:rPr lang="en-US" dirty="0"/>
              <a:t>Hierarchy of functions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So, if a thing performs some function, it acquires various relations and constraints by virtue of that function</a:t>
            </a:r>
          </a:p>
          <a:p>
            <a:pPr lvl="2"/>
            <a:r>
              <a:rPr lang="en-US" dirty="0"/>
              <a:t>A pressure sensor performs a pressure measuring function</a:t>
            </a:r>
          </a:p>
          <a:p>
            <a:pPr lvl="2"/>
            <a:r>
              <a:rPr lang="en-US" dirty="0"/>
              <a:t>Open question: Where to specialize?</a:t>
            </a:r>
          </a:p>
        </p:txBody>
      </p:sp>
    </p:spTree>
    <p:extLst>
      <p:ext uri="{BB962C8B-B14F-4D97-AF65-F5344CB8AC3E}">
        <p14:creationId xmlns:p14="http://schemas.microsoft.com/office/powerpoint/2010/main" val="342502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Where to specialize (and constrain)?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7D87-56B4-5D46-8397-8187C6B5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Options: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Sensor class</a:t>
            </a:r>
          </a:p>
          <a:p>
            <a:pPr marL="1117854" lvl="2" indent="-514350"/>
            <a:r>
              <a:rPr lang="en-US" dirty="0"/>
              <a:t>Define a hierarchy of sensors, with associated constraints on what kinds of measurements they produce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Measuring function</a:t>
            </a:r>
          </a:p>
          <a:p>
            <a:pPr marL="1117854" lvl="2" indent="-514350"/>
            <a:r>
              <a:rPr lang="en-US" dirty="0"/>
              <a:t>Define a function hierarchy (including measuring), with constraints on what kinds of measurements they produce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Measurement class</a:t>
            </a:r>
          </a:p>
          <a:p>
            <a:pPr marL="1117854" lvl="2" indent="-514350"/>
            <a:r>
              <a:rPr lang="en-US" dirty="0"/>
              <a:t>Define a hierarchy of data (including measurements), with constraints on what kinds of measurements they produce</a:t>
            </a:r>
          </a:p>
          <a:p>
            <a:pPr marL="880110" lvl="1" indent="-514350">
              <a:buFont typeface="+mj-lt"/>
              <a:buAutoNum type="arabicPeriod"/>
            </a:pPr>
            <a:endParaRPr lang="en-US" dirty="0"/>
          </a:p>
          <a:p>
            <a:pPr marL="393192" lvl="1" indent="0">
              <a:buNone/>
            </a:pPr>
            <a:endParaRPr lang="en-US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18FE8FB-DDFD-5745-B522-77606B012F8F}"/>
              </a:ext>
            </a:extLst>
          </p:cNvPr>
          <p:cNvSpPr/>
          <p:nvPr/>
        </p:nvSpPr>
        <p:spPr>
          <a:xfrm>
            <a:off x="152400" y="3276600"/>
            <a:ext cx="4572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82210-3A1A-404D-981D-78A54627229E}"/>
              </a:ext>
            </a:extLst>
          </p:cNvPr>
          <p:cNvSpPr txBox="1"/>
          <p:nvPr/>
        </p:nvSpPr>
        <p:spPr>
          <a:xfrm>
            <a:off x="0" y="3352800"/>
            <a:ext cx="10679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The example</a:t>
            </a:r>
          </a:p>
        </p:txBody>
      </p:sp>
    </p:spTree>
    <p:extLst>
      <p:ext uri="{BB962C8B-B14F-4D97-AF65-F5344CB8AC3E}">
        <p14:creationId xmlns:p14="http://schemas.microsoft.com/office/powerpoint/2010/main" val="402450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I applied measurement constraint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A2486-A19C-2543-8D9D-062EE7EE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11" y="2692743"/>
            <a:ext cx="7827389" cy="2565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E3F967-DACE-FB48-AD31-221AE9E77160}"/>
              </a:ext>
            </a:extLst>
          </p:cNvPr>
          <p:cNvSpPr txBox="1"/>
          <p:nvPr/>
        </p:nvSpPr>
        <p:spPr>
          <a:xfrm>
            <a:off x="1371600" y="17526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Functional hierarchy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916C9-3502-2547-955E-D96820C28E70}"/>
              </a:ext>
            </a:extLst>
          </p:cNvPr>
          <p:cNvSpPr txBox="1"/>
          <p:nvPr/>
        </p:nvSpPr>
        <p:spPr>
          <a:xfrm>
            <a:off x="6019800" y="17526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Core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74BC7C-EE89-5042-A57A-D5A3026B4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4648200"/>
            <a:ext cx="2698750" cy="142450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174715-540D-FB47-AC63-CCECCEE87DAE}"/>
              </a:ext>
            </a:extLst>
          </p:cNvPr>
          <p:cNvCxnSpPr/>
          <p:nvPr/>
        </p:nvCxnSpPr>
        <p:spPr>
          <a:xfrm flipV="1">
            <a:off x="6324600" y="4419600"/>
            <a:ext cx="3810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14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Where to specialize (and constrain)?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7D87-56B4-5D46-8397-8187C6B5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9"/>
            <a:ext cx="8077200" cy="2023872"/>
          </a:xfrm>
        </p:spPr>
        <p:txBody>
          <a:bodyPr>
            <a:normAutofit/>
          </a:bodyPr>
          <a:lstStyle/>
          <a:p>
            <a:r>
              <a:rPr lang="en-US" dirty="0"/>
              <a:t>Options:</a:t>
            </a:r>
          </a:p>
          <a:p>
            <a:pPr lvl="1"/>
            <a:r>
              <a:rPr lang="en-US" dirty="0"/>
              <a:t>Could do without a functional hierarchy altogether and use options 1 or 2 (constrain the device, or constrain the measurement)</a:t>
            </a:r>
          </a:p>
          <a:p>
            <a:pPr marL="39319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6791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12855</TotalTime>
  <Words>182</Words>
  <Application>Microsoft Macintosh PowerPoint</Application>
  <PresentationFormat>On-screen Show (4:3)</PresentationFormat>
  <Paragraphs>30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Lucida Sans Unicode</vt:lpstr>
      <vt:lpstr>Verdana</vt:lpstr>
      <vt:lpstr>Wingdings 2</vt:lpstr>
      <vt:lpstr>Wingdings 3</vt:lpstr>
      <vt:lpstr>Concourse</vt:lpstr>
      <vt:lpstr>DesignOptions in Applying Constraints</vt:lpstr>
      <vt:lpstr>My example design approach</vt:lpstr>
      <vt:lpstr>Where to specialize (and constrain)?</vt:lpstr>
      <vt:lpstr>Where I applied measurement constraint</vt:lpstr>
      <vt:lpstr>Where to specialize (and constrain)?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Allen Jones</dc:creator>
  <cp:lastModifiedBy>Steve Ray</cp:lastModifiedBy>
  <cp:revision>201</cp:revision>
  <cp:lastPrinted>2015-06-26T14:24:58Z</cp:lastPrinted>
  <dcterms:created xsi:type="dcterms:W3CDTF">2015-01-12T21:15:05Z</dcterms:created>
  <dcterms:modified xsi:type="dcterms:W3CDTF">2020-10-02T16:29:28Z</dcterms:modified>
</cp:coreProperties>
</file>